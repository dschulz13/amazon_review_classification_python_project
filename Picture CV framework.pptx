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1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7F52D9-9DC1-17EF-EDAE-B7FD62FF29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52A5543-982F-4574-6FCD-C284368EF2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8EF741-4615-5E87-9863-67DCB55BD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2067C-9D5A-4985-9D7F-4C5D317BFC68}" type="datetimeFigureOut">
              <a:rPr lang="de-DE" smtClean="0"/>
              <a:t>29.10.2026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AD4262-585D-EDA5-3515-D4A1F1DF8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7096C1-D03F-EB04-1BC3-D11E9B5FD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2869D-A6E2-48A3-B799-3D1430ADB1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8385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5C21F-6EAC-3366-0B79-1D08F77D2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8DC2E3-8F42-FDF2-3567-8E8B27813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DA2ED0-8449-D7D7-12F5-4FCACD92F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2067C-9D5A-4985-9D7F-4C5D317BFC68}" type="datetimeFigureOut">
              <a:rPr lang="de-DE" smtClean="0"/>
              <a:t>29.10.2026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DCE086-A122-A2FF-9510-1AEF534D4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E5021-C46C-F61C-4133-2769885D7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2869D-A6E2-48A3-B799-3D1430ADB1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5566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8C6108-55A6-7426-26FF-841B2AE11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FCD0CE-2241-75D1-4AA0-142FE3D1FB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1DECB76-315D-5EDD-1154-EDDFBEFB0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2067C-9D5A-4985-9D7F-4C5D317BFC68}" type="datetimeFigureOut">
              <a:rPr lang="de-DE" smtClean="0"/>
              <a:t>29.10.2026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AEF688-1309-62FE-A6FD-2E0C1E572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9C2EE38-2B85-E652-E75D-F5D61244D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2869D-A6E2-48A3-B799-3D1430ADB1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0623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B0E266-0C87-605A-E8FE-8E59C2DC9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295E94-22F5-F7F6-B1D5-F88F914975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286CAD8-47B7-E4BA-FE0B-EC1F46B01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598B8B1-F929-FA9E-1EF9-6371E51D9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2067C-9D5A-4985-9D7F-4C5D317BFC68}" type="datetimeFigureOut">
              <a:rPr lang="de-DE" smtClean="0"/>
              <a:t>29.10.2026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C7DB827-DCBB-8BD7-FD60-274DF82C0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AD84454-1457-BDC6-629D-CEB0CC884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2869D-A6E2-48A3-B799-3D1430ADB1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5851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FBF890-731E-A26B-B938-E6CB5891E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58E2FFD-962B-8579-938A-94A8065D06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0EFA97C-580B-2BB3-1A00-AADB5585A7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314A5F6-F18A-C4E1-1B7B-E546D43208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86CEBA7-144A-9E54-7CB9-91C661C97B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B9D8F91-82A8-9845-E027-CEDD3E0D1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2067C-9D5A-4985-9D7F-4C5D317BFC68}" type="datetimeFigureOut">
              <a:rPr lang="de-DE" smtClean="0"/>
              <a:t>29.10.2026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16AE538-C019-0671-7266-B0106A94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EB127F4-924A-71C9-8FD2-CD4114257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2869D-A6E2-48A3-B799-3D1430ADB1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659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BF2441-340D-B14C-D493-C00B7F821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00411D9-E165-27FF-03F8-E2C6B5DCC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2067C-9D5A-4985-9D7F-4C5D317BFC68}" type="datetimeFigureOut">
              <a:rPr lang="de-DE" smtClean="0"/>
              <a:t>29.10.2026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CC0B33F-2601-12BC-A902-96A115235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9F0790E-184F-47CB-4605-1F55D8DA0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2869D-A6E2-48A3-B799-3D1430ADB1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996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D8F6E2-D2AB-CF22-1263-4F3A06651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2067C-9D5A-4985-9D7F-4C5D317BFC68}" type="datetimeFigureOut">
              <a:rPr lang="de-DE" smtClean="0"/>
              <a:t>29.10.2026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72C75AF-9A63-215A-6BB7-74AEE229E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A22A8B9-24A9-7FB0-0FF4-E94D2FEC2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2869D-A6E2-48A3-B799-3D1430ADB1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7415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B537C7-5B47-D391-1CBE-D76E158ED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B7D74F-10D5-D322-C143-A73F120A0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A7FB344-982B-C133-1EB6-D93DD1BEAD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63ADE7C-5081-901E-96A6-C4E5A76B9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2067C-9D5A-4985-9D7F-4C5D317BFC68}" type="datetimeFigureOut">
              <a:rPr lang="de-DE" smtClean="0"/>
              <a:t>29.10.2026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C6ECC79-2795-A945-EE00-B3B824CAC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C03E885-987B-54A4-D756-3E25D8252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2869D-A6E2-48A3-B799-3D1430ADB1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7166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6197C-827D-7243-1E6D-D17D3FC0A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88CC7FF-A6A1-E25D-F3EC-AF7FC4FF6A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1CD8CB0-F44F-8E17-990A-03F5900DCC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614B33-0C9B-47AF-10F5-6835CE45C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2067C-9D5A-4985-9D7F-4C5D317BFC68}" type="datetimeFigureOut">
              <a:rPr lang="de-DE" smtClean="0"/>
              <a:t>29.10.2026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C46C332-26A6-507C-DEAF-94DC0A0D1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18C1D7A-8604-0C6E-553D-AFF78873C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2869D-A6E2-48A3-B799-3D1430ADB1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61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4E3E2E-EDB3-9A79-766C-FB6085A33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581476-96E3-3071-7FC4-BD92225BC0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44349B-48A6-EB7B-E893-42084C695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2067C-9D5A-4985-9D7F-4C5D317BFC68}" type="datetimeFigureOut">
              <a:rPr lang="de-DE" smtClean="0"/>
              <a:t>29.10.2026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0DDCBCE-5DA0-2535-7DDD-E742FAE5C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65BE3B9-BAE8-F07C-EDA6-AAB5166C4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2869D-A6E2-48A3-B799-3D1430ADB1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8742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2D41715-E01F-E623-0309-E7FD0ECB52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C4D6CBD-8939-6463-9AB8-8A7E2226D8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84904F0-3719-151F-276F-D228C2D14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2067C-9D5A-4985-9D7F-4C5D317BFC68}" type="datetimeFigureOut">
              <a:rPr lang="de-DE" smtClean="0"/>
              <a:t>29.10.2026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A3860FA-6529-3D82-C17E-7604FB4DE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BE0079D-84E8-5A82-C2FE-EAF6443BA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2869D-A6E2-48A3-B799-3D1430ADB1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7561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47CFC57-AE85-72D6-EBEB-9C6227374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D3DEB8-AE71-E582-8F3F-CA0C46E41C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8F37EB2-2350-F51E-2056-182F7D1BB9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C2067C-9D5A-4985-9D7F-4C5D317BFC68}" type="datetimeFigureOut">
              <a:rPr lang="de-DE" smtClean="0"/>
              <a:t>29.10.2026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706E244-E24C-D52A-9DD4-5CCA4F34A2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CA60F1-228B-985C-F9B8-6465D09BFE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02869D-A6E2-48A3-B799-3D1430ADB1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1007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90EC3E1C-11B6-E137-85BB-03F89EE7A673}"/>
              </a:ext>
            </a:extLst>
          </p:cNvPr>
          <p:cNvGrpSpPr/>
          <p:nvPr/>
        </p:nvGrpSpPr>
        <p:grpSpPr>
          <a:xfrm>
            <a:off x="295545" y="0"/>
            <a:ext cx="11128443" cy="4883285"/>
            <a:chOff x="295545" y="0"/>
            <a:chExt cx="11128443" cy="4883285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A5EDABD-518B-1CEB-02E7-AEC99A0079E2}"/>
                </a:ext>
              </a:extLst>
            </p:cNvPr>
            <p:cNvSpPr/>
            <p:nvPr/>
          </p:nvSpPr>
          <p:spPr>
            <a:xfrm>
              <a:off x="295545" y="0"/>
              <a:ext cx="11128443" cy="48832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FA2F5DEC-991B-FBBE-C5B1-0B59AAD74843}"/>
                </a:ext>
              </a:extLst>
            </p:cNvPr>
            <p:cNvSpPr/>
            <p:nvPr/>
          </p:nvSpPr>
          <p:spPr>
            <a:xfrm>
              <a:off x="8717141" y="365715"/>
              <a:ext cx="2451370" cy="5148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Test sample (11%)</a:t>
              </a:r>
            </a:p>
          </p:txBody>
        </p:sp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6E4EDCDF-75DC-350F-4CCC-FF5C18BB3551}"/>
                </a:ext>
              </a:extLst>
            </p:cNvPr>
            <p:cNvGrpSpPr/>
            <p:nvPr/>
          </p:nvGrpSpPr>
          <p:grpSpPr>
            <a:xfrm>
              <a:off x="573931" y="365715"/>
              <a:ext cx="8015592" cy="993185"/>
              <a:chOff x="573931" y="395435"/>
              <a:chExt cx="7986409" cy="1535508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D58801C8-A738-CA96-5F29-FB87F0555F6A}"/>
                  </a:ext>
                </a:extLst>
              </p:cNvPr>
              <p:cNvSpPr/>
              <p:nvPr/>
            </p:nvSpPr>
            <p:spPr>
              <a:xfrm>
                <a:off x="573932" y="395435"/>
                <a:ext cx="7986407" cy="79590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>
                    <a:solidFill>
                      <a:schemeClr val="tx1"/>
                    </a:solidFill>
                  </a:rPr>
                  <a:t>Training sample (89%)</a:t>
                </a:r>
              </a:p>
            </p:txBody>
          </p:sp>
          <p:sp>
            <p:nvSpPr>
              <p:cNvPr id="6" name="Geschweifte Klammer rechts 5">
                <a:extLst>
                  <a:ext uri="{FF2B5EF4-FFF2-40B4-BE49-F238E27FC236}">
                    <a16:creationId xmlns:a16="http://schemas.microsoft.com/office/drawing/2014/main" id="{286F4F78-CB16-F2AD-8596-BAD41B207A5A}"/>
                  </a:ext>
                </a:extLst>
              </p:cNvPr>
              <p:cNvSpPr/>
              <p:nvPr/>
            </p:nvSpPr>
            <p:spPr>
              <a:xfrm rot="5400000">
                <a:off x="4268010" y="-2361388"/>
                <a:ext cx="598252" cy="7986409"/>
              </a:xfrm>
              <a:prstGeom prst="righ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E13F93A9-B564-7515-6BDD-11AED4267684}"/>
                </a:ext>
              </a:extLst>
            </p:cNvPr>
            <p:cNvSpPr txBox="1"/>
            <p:nvPr/>
          </p:nvSpPr>
          <p:spPr>
            <a:xfrm>
              <a:off x="1087075" y="1435605"/>
              <a:ext cx="6983713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b="1" dirty="0"/>
                <a:t>3-fold CV (</a:t>
              </a:r>
              <a:r>
                <a:rPr lang="de-DE" b="1" dirty="0" err="1"/>
                <a:t>shuffled</a:t>
              </a:r>
              <a:r>
                <a:rPr lang="de-DE" b="1" dirty="0"/>
                <a:t>) for </a:t>
              </a:r>
              <a:r>
                <a:rPr lang="de-DE" b="1" dirty="0" err="1"/>
                <a:t>hyperparameters</a:t>
              </a:r>
              <a:r>
                <a:rPr lang="de-DE" b="1" dirty="0"/>
                <a:t> following ROC-AUC</a:t>
              </a:r>
            </a:p>
          </p:txBody>
        </p:sp>
        <p:sp>
          <p:nvSpPr>
            <p:cNvPr id="24" name="Geschweifte Klammer rechts 23">
              <a:extLst>
                <a:ext uri="{FF2B5EF4-FFF2-40B4-BE49-F238E27FC236}">
                  <a16:creationId xmlns:a16="http://schemas.microsoft.com/office/drawing/2014/main" id="{41EDAECF-8B0A-570E-2AC1-8161092DB0FD}"/>
                </a:ext>
              </a:extLst>
            </p:cNvPr>
            <p:cNvSpPr/>
            <p:nvPr/>
          </p:nvSpPr>
          <p:spPr>
            <a:xfrm rot="5400000">
              <a:off x="4382656" y="-1366783"/>
              <a:ext cx="386957" cy="8015589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CD0D01B8-150E-A3CF-F31B-A886C0380A72}"/>
                </a:ext>
              </a:extLst>
            </p:cNvPr>
            <p:cNvSpPr txBox="1"/>
            <p:nvPr/>
          </p:nvSpPr>
          <p:spPr>
            <a:xfrm>
              <a:off x="742164" y="2874508"/>
              <a:ext cx="766793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b="1" dirty="0"/>
                <a:t>3-fold CV (</a:t>
              </a:r>
              <a:r>
                <a:rPr lang="de-DE" b="1" dirty="0" err="1"/>
                <a:t>shuffled</a:t>
              </a:r>
              <a:r>
                <a:rPr lang="de-DE" b="1" dirty="0"/>
                <a:t>) for </a:t>
              </a:r>
              <a:r>
                <a:rPr lang="de-DE" b="1" dirty="0" err="1"/>
                <a:t>probability</a:t>
              </a:r>
              <a:r>
                <a:rPr lang="de-DE" b="1" dirty="0"/>
                <a:t> </a:t>
              </a:r>
              <a:r>
                <a:rPr lang="de-DE" b="1" dirty="0" err="1"/>
                <a:t>threshold</a:t>
              </a:r>
              <a:r>
                <a:rPr lang="de-DE" b="1" dirty="0"/>
                <a:t> using </a:t>
              </a:r>
              <a:r>
                <a:rPr lang="de-DE" b="1" dirty="0" err="1"/>
                <a:t>custom</a:t>
              </a:r>
              <a:r>
                <a:rPr lang="de-DE" b="1" dirty="0"/>
                <a:t> </a:t>
              </a:r>
              <a:r>
                <a:rPr lang="de-DE" b="1" dirty="0" err="1"/>
                <a:t>scorer</a:t>
              </a:r>
              <a:endParaRPr lang="de-DE" b="1" dirty="0"/>
            </a:p>
          </p:txBody>
        </p: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7C21032B-FEE5-032A-8C1A-A49ABCE5D4E7}"/>
                </a:ext>
              </a:extLst>
            </p:cNvPr>
            <p:cNvGrpSpPr/>
            <p:nvPr/>
          </p:nvGrpSpPr>
          <p:grpSpPr>
            <a:xfrm>
              <a:off x="568340" y="1853727"/>
              <a:ext cx="8015588" cy="514350"/>
              <a:chOff x="568341" y="3306995"/>
              <a:chExt cx="6400528" cy="514350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C95A54B9-76B3-6F28-51A1-17ECD31531CE}"/>
                  </a:ext>
                </a:extLst>
              </p:cNvPr>
              <p:cNvSpPr/>
              <p:nvPr/>
            </p:nvSpPr>
            <p:spPr>
              <a:xfrm>
                <a:off x="568341" y="3306995"/>
                <a:ext cx="2134800" cy="51435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>
                    <a:solidFill>
                      <a:schemeClr val="tx1"/>
                    </a:solidFill>
                  </a:rPr>
                  <a:t>Train</a:t>
                </a:r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BA436F26-D697-4329-F0DF-31477506AD5F}"/>
                  </a:ext>
                </a:extLst>
              </p:cNvPr>
              <p:cNvSpPr/>
              <p:nvPr/>
            </p:nvSpPr>
            <p:spPr>
              <a:xfrm>
                <a:off x="2699269" y="3306995"/>
                <a:ext cx="2134800" cy="51435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>
                    <a:solidFill>
                      <a:schemeClr val="tx1"/>
                    </a:solidFill>
                  </a:rPr>
                  <a:t>Train</a:t>
                </a:r>
              </a:p>
            </p:txBody>
          </p:sp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598FAB74-421E-F617-D06B-6D5B9FFC4FB7}"/>
                  </a:ext>
                </a:extLst>
              </p:cNvPr>
              <p:cNvSpPr/>
              <p:nvPr/>
            </p:nvSpPr>
            <p:spPr>
              <a:xfrm>
                <a:off x="4834069" y="3306995"/>
                <a:ext cx="2134800" cy="51435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>
                    <a:solidFill>
                      <a:schemeClr val="tx1"/>
                    </a:solidFill>
                  </a:rPr>
                  <a:t>Validation</a:t>
                </a:r>
              </a:p>
            </p:txBody>
          </p:sp>
        </p:grp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DA318D28-C1BA-850F-C3CC-A5340F33711F}"/>
                </a:ext>
              </a:extLst>
            </p:cNvPr>
            <p:cNvSpPr txBox="1"/>
            <p:nvPr/>
          </p:nvSpPr>
          <p:spPr>
            <a:xfrm>
              <a:off x="8547006" y="1065865"/>
              <a:ext cx="279163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de-DE" sz="1400" dirty="0"/>
            </a:p>
          </p:txBody>
        </p: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E8D8E4CB-0A21-E959-5947-DA6FBDD51399}"/>
                </a:ext>
              </a:extLst>
            </p:cNvPr>
            <p:cNvGrpSpPr/>
            <p:nvPr/>
          </p:nvGrpSpPr>
          <p:grpSpPr>
            <a:xfrm>
              <a:off x="565915" y="3283858"/>
              <a:ext cx="8015588" cy="514350"/>
              <a:chOff x="568341" y="3306995"/>
              <a:chExt cx="6400528" cy="514350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831443C3-C728-D546-C1CC-D0C2CD008257}"/>
                  </a:ext>
                </a:extLst>
              </p:cNvPr>
              <p:cNvSpPr/>
              <p:nvPr/>
            </p:nvSpPr>
            <p:spPr>
              <a:xfrm>
                <a:off x="568341" y="3306995"/>
                <a:ext cx="2134800" cy="51435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>
                    <a:solidFill>
                      <a:schemeClr val="tx1"/>
                    </a:solidFill>
                  </a:rPr>
                  <a:t>Train</a:t>
                </a:r>
              </a:p>
            </p:txBody>
          </p:sp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C821170C-7BD3-8864-A8C5-3E0B721FA6F0}"/>
                  </a:ext>
                </a:extLst>
              </p:cNvPr>
              <p:cNvSpPr/>
              <p:nvPr/>
            </p:nvSpPr>
            <p:spPr>
              <a:xfrm>
                <a:off x="2699269" y="3306995"/>
                <a:ext cx="2134800" cy="51435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>
                    <a:solidFill>
                      <a:schemeClr val="tx1"/>
                    </a:solidFill>
                  </a:rPr>
                  <a:t>Train</a:t>
                </a:r>
              </a:p>
            </p:txBody>
          </p:sp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395690B1-1CA2-93D8-915A-513A65F66EC1}"/>
                  </a:ext>
                </a:extLst>
              </p:cNvPr>
              <p:cNvSpPr/>
              <p:nvPr/>
            </p:nvSpPr>
            <p:spPr>
              <a:xfrm>
                <a:off x="4834069" y="3306995"/>
                <a:ext cx="2134800" cy="51435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>
                    <a:solidFill>
                      <a:schemeClr val="tx1"/>
                    </a:solidFill>
                  </a:rPr>
                  <a:t>Validation</a:t>
                </a:r>
              </a:p>
            </p:txBody>
          </p:sp>
        </p:grp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69091A03-565F-4943-A1A2-C0583A795041}"/>
                </a:ext>
              </a:extLst>
            </p:cNvPr>
            <p:cNvSpPr txBox="1"/>
            <p:nvPr/>
          </p:nvSpPr>
          <p:spPr>
            <a:xfrm>
              <a:off x="9129009" y="2395098"/>
              <a:ext cx="1876969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/>
                <a:t>Reuse </a:t>
              </a:r>
              <a:r>
                <a:rPr lang="de-DE" sz="1400" dirty="0" err="1"/>
                <a:t>training</a:t>
              </a:r>
              <a:r>
                <a:rPr lang="de-DE" sz="1400" dirty="0"/>
                <a:t> </a:t>
              </a:r>
              <a:r>
                <a:rPr lang="de-DE" sz="1400" dirty="0" err="1"/>
                <a:t>set</a:t>
              </a:r>
              <a:r>
                <a:rPr lang="de-DE" sz="1400" dirty="0"/>
                <a:t> with </a:t>
              </a:r>
              <a:r>
                <a:rPr lang="de-DE" sz="1400" dirty="0" err="1"/>
                <a:t>identified</a:t>
              </a:r>
              <a:r>
                <a:rPr lang="de-DE" sz="1400" dirty="0"/>
                <a:t> </a:t>
              </a:r>
              <a:r>
                <a:rPr lang="de-DE" sz="1400" dirty="0" err="1"/>
                <a:t>hyperparameters</a:t>
              </a:r>
              <a:endParaRPr lang="de-DE" sz="1400" dirty="0"/>
            </a:p>
          </p:txBody>
        </p:sp>
        <p:sp>
          <p:nvSpPr>
            <p:cNvPr id="42" name="Bogen 41">
              <a:extLst>
                <a:ext uri="{FF2B5EF4-FFF2-40B4-BE49-F238E27FC236}">
                  <a16:creationId xmlns:a16="http://schemas.microsoft.com/office/drawing/2014/main" id="{CAC9B9BA-3914-D1D4-7961-0C9D7D994F2B}"/>
                </a:ext>
              </a:extLst>
            </p:cNvPr>
            <p:cNvSpPr/>
            <p:nvPr/>
          </p:nvSpPr>
          <p:spPr>
            <a:xfrm rot="2771285">
              <a:off x="6934651" y="1717443"/>
              <a:ext cx="2272275" cy="2093975"/>
            </a:xfrm>
            <a:prstGeom prst="arc">
              <a:avLst/>
            </a:prstGeom>
            <a:ln>
              <a:tailEnd type="triangle" w="lg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Bogen 42">
              <a:extLst>
                <a:ext uri="{FF2B5EF4-FFF2-40B4-BE49-F238E27FC236}">
                  <a16:creationId xmlns:a16="http://schemas.microsoft.com/office/drawing/2014/main" id="{3579F936-032E-FF02-05C5-E4A1684FCBF0}"/>
                </a:ext>
              </a:extLst>
            </p:cNvPr>
            <p:cNvSpPr/>
            <p:nvPr/>
          </p:nvSpPr>
          <p:spPr>
            <a:xfrm rot="21066399" flipV="1">
              <a:off x="7657118" y="1307015"/>
              <a:ext cx="3424659" cy="2683903"/>
            </a:xfrm>
            <a:prstGeom prst="arc">
              <a:avLst>
                <a:gd name="adj1" fmla="val 15857762"/>
                <a:gd name="adj2" fmla="val 4098216"/>
              </a:avLst>
            </a:prstGeom>
            <a:ln>
              <a:tailEnd type="triangle" w="lg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07F10EE-49DC-DFF5-604E-C9B96E149CA2}"/>
                </a:ext>
              </a:extLst>
            </p:cNvPr>
            <p:cNvSpPr txBox="1"/>
            <p:nvPr/>
          </p:nvSpPr>
          <p:spPr>
            <a:xfrm>
              <a:off x="8070788" y="4096289"/>
              <a:ext cx="29629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/>
                <a:t>Refit </a:t>
              </a:r>
              <a:r>
                <a:rPr lang="de-DE" sz="1400" dirty="0" err="1"/>
                <a:t>selected</a:t>
              </a:r>
              <a:r>
                <a:rPr lang="de-DE" sz="1400" dirty="0"/>
                <a:t> </a:t>
              </a:r>
              <a:r>
                <a:rPr lang="de-DE" sz="1400" dirty="0" err="1"/>
                <a:t>model</a:t>
              </a:r>
              <a:r>
                <a:rPr lang="de-DE" sz="1400" dirty="0"/>
                <a:t> with </a:t>
              </a:r>
              <a:r>
                <a:rPr lang="de-DE" sz="1400" dirty="0" err="1"/>
                <a:t>identified</a:t>
              </a:r>
              <a:r>
                <a:rPr lang="de-DE" sz="1400" dirty="0"/>
                <a:t> </a:t>
              </a:r>
              <a:r>
                <a:rPr lang="de-DE" sz="1400" dirty="0" err="1"/>
                <a:t>threshold</a:t>
              </a:r>
              <a:r>
                <a:rPr lang="de-DE" sz="1400" dirty="0"/>
                <a:t> to </a:t>
              </a:r>
              <a:r>
                <a:rPr lang="de-DE" sz="1400" dirty="0" err="1"/>
                <a:t>training</a:t>
              </a:r>
              <a:r>
                <a:rPr lang="de-DE" sz="1400" dirty="0"/>
                <a:t> </a:t>
              </a:r>
              <a:r>
                <a:rPr lang="de-DE" sz="1400" dirty="0" err="1"/>
                <a:t>data</a:t>
              </a:r>
              <a:endParaRPr lang="de-D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335356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</Words>
  <Application>Microsoft Office PowerPoint</Application>
  <PresentationFormat>Breitbild</PresentationFormat>
  <Paragraphs>12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Schulz</dc:creator>
  <cp:lastModifiedBy>Dominik Schulz</cp:lastModifiedBy>
  <cp:revision>4</cp:revision>
  <dcterms:created xsi:type="dcterms:W3CDTF">2026-10-26T08:40:18Z</dcterms:created>
  <dcterms:modified xsi:type="dcterms:W3CDTF">2026-10-29T12:11:23Z</dcterms:modified>
</cp:coreProperties>
</file>