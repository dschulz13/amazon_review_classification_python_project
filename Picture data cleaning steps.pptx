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0" d="100"/>
          <a:sy n="70" d="100"/>
        </p:scale>
        <p:origin x="1166" y="10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1ECE4C-84BD-ED2D-24C8-5EAA1AB714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34ABFA4-1F87-52BD-D4F2-9BD9B46297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A4A419-B30F-5582-A537-20D335F0D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CCFC05A-A6FC-C162-1235-5F5CA7A60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C26594-C235-70A6-B384-732957F02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171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80FE3F-4C6F-5B3C-E667-847578811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D2BF22-DE73-06FF-0682-D92E1589C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55791-3DF3-75CA-6EF5-4F1640E9D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F5AD1E-A780-C89D-072A-A8F401CD2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0D97D7-22F2-4F26-D93E-40D2B1CA4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150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C651FB-A065-165D-5E0B-D36F671F2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4848AD-8260-21DE-D750-F45737C25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1DCD32-4B19-FB74-8534-E50A91705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376625-331E-D0F1-7C0F-72A84721F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B8E566-C7CC-246C-66D1-9AF1F8D2A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2040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EE10D3-FE20-38F1-D851-D9B7F888A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C732D8-5CB1-98EB-6045-597B5691FE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8AD63BE-2B1D-31C0-6CD0-22CB0298FC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8952494-FF66-1460-84D5-AF265F8AD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CE4C86D-3302-F0FE-80DC-A95207A4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845995B-57C5-2AC7-1CF1-1EC469DBB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26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E8073B-B5E5-E637-7CDF-8A2896624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9AC1A09-6D11-BD65-593F-78B6A70CA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CA7AC92-C4DF-87D0-B9D5-5D1F9B46E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08AB22-232D-B200-936B-3DA5F0EDF2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2E6CA92-F4E7-AD0D-BDB9-81035016F5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58F7C0D-46AD-E879-1344-CC3C73D48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1B5575-E445-16D5-7477-595852E74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1E3DC84-9B25-D045-24D8-200EC679C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046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1430A-A120-FAA6-C129-6A88F3E2A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5B720A7-1587-EB4D-E90A-07775008D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ADC45F-6FF9-B439-0574-836892259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1D7A30-4E90-8A11-E8E9-AB0C31D8F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397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3C55EA4-E140-9802-BBEA-B550ECCD4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AEDD841-D0AB-B3DD-85DA-7BFC0DB64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A8F01D-8939-7D69-EE9E-0471DB22A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6901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5EFE74-CBD5-2802-A283-8AB2436DE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FF4F24-EAF2-21F5-7A40-B3CADB819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D8D3FE-207F-3CE7-19EF-FD1534F6E8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A1A835B-F0D6-E8A0-39AC-5C36CB2D3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4FC5694-473F-33FB-EF93-AC8897CD2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E704589-B90C-DD86-0056-0DFAA294B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7924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C95F51-45FE-9D0A-2810-6E86818A2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7E5ACD8-8FBF-CBF4-8B53-B49CADB2EE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60C5648-FE07-AF11-A414-562F2E1998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249E9C9-D070-21AD-B8C9-F7751269A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BDFA203-1EC5-1179-8A12-B8BDD0CCC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1B6FFF0-557B-08DF-EA9B-BAE6239AB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2309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7E35-873F-36EB-4CA5-DB66D50C4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8CB6ED1-D55B-B375-5084-3B619587D9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4428D5-5545-BA04-A77D-BB567FA0C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F130FE-4B73-F2E2-AE67-CE4020A5B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E207EE-7D61-2C19-C667-A2DB8AEB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1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E8CC8D2-66D7-4AFA-D303-D607509C60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8A4C1D0-6208-A4A4-B3FE-78E0B3C52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EECBA3-25D9-FA0C-D50B-678E96597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D25150-11FB-C770-27DE-ACFC38AB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F55BEA-3D23-5966-4077-11D0B5E65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239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E2BE428-DC24-D7B8-840B-15D1382C3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D606A83-4FE9-962A-1E3F-4A43C8406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B7DE10-F05F-A9F0-23A7-6D91E63F5F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621C97-54F6-06F1-7363-A507C2187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BB68DE-8BE1-DBF8-C4A6-EC7B419951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1470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1D4D9-15CE-5C13-0928-943B3D2CA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4BF453A-0ECF-2B94-A7A2-5E441CAE2EAE}"/>
              </a:ext>
            </a:extLst>
          </p:cNvPr>
          <p:cNvGrpSpPr/>
          <p:nvPr/>
        </p:nvGrpSpPr>
        <p:grpSpPr>
          <a:xfrm>
            <a:off x="768485" y="-1632897"/>
            <a:ext cx="4968286" cy="6868926"/>
            <a:chOff x="768485" y="-1632898"/>
            <a:chExt cx="6270482" cy="10069233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7A3AF09C-7050-DF2E-1818-6DD91E40EB9A}"/>
                </a:ext>
              </a:extLst>
            </p:cNvPr>
            <p:cNvGrpSpPr/>
            <p:nvPr/>
          </p:nvGrpSpPr>
          <p:grpSpPr>
            <a:xfrm>
              <a:off x="768485" y="-1632898"/>
              <a:ext cx="6270482" cy="593388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C8D8E736-A8EE-0B76-DF6D-24068E71DB80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I.</a:t>
                </a:r>
              </a:p>
            </p:txBody>
          </p:sp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A33C78BB-F5B6-99B7-4CEC-66FB2A0DB5DD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Join review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titles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and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sentences</a:t>
                </a:r>
                <a:endParaRPr lang="de-DE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2820B575-384F-10A5-3AB5-88406A760A38}"/>
                </a:ext>
              </a:extLst>
            </p:cNvPr>
            <p:cNvGrpSpPr/>
            <p:nvPr/>
          </p:nvGrpSpPr>
          <p:grpSpPr>
            <a:xfrm>
              <a:off x="768485" y="-888750"/>
              <a:ext cx="6270482" cy="724714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871509AC-9ABD-BD68-087A-7FCB2C780808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II.</a:t>
                </a:r>
              </a:p>
            </p:txBody>
          </p:sp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642769CD-B186-FF93-F512-2BBC30C79D17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Replace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emojis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by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special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keywords</a:t>
                </a:r>
                <a:endParaRPr lang="de-DE" sz="14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</a:t>
                </a:r>
                <a:r>
                  <a:rPr lang="de-DE" sz="1100" dirty="0"/>
                  <a:t>👍 </a:t>
                </a:r>
                <a:r>
                  <a:rPr lang="de-DE" sz="1100" dirty="0">
                    <a:solidFill>
                      <a:schemeClr val="tx1"/>
                    </a:solidFill>
                  </a:rPr>
                  <a:t>→ :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thumbs_up</a:t>
                </a:r>
                <a:r>
                  <a:rPr lang="de-DE" sz="1100" dirty="0">
                    <a:solidFill>
                      <a:schemeClr val="tx1"/>
                    </a:solidFill>
                  </a:rPr>
                  <a:t>:</a:t>
                </a:r>
                <a:endParaRPr lang="de-DE" sz="11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0A241F16-68F1-7C61-5422-F1894F3A9590}"/>
                </a:ext>
              </a:extLst>
            </p:cNvPr>
            <p:cNvGrpSpPr/>
            <p:nvPr/>
          </p:nvGrpSpPr>
          <p:grpSpPr>
            <a:xfrm>
              <a:off x="768485" y="-13277"/>
              <a:ext cx="6270482" cy="724713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D118D5F9-8889-F10F-E45B-B25A2F0AF80F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III.</a:t>
                </a:r>
              </a:p>
            </p:txBody>
          </p:sp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E4B97976-76F7-363B-A283-42DF36078604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Drop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unimportant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characters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</a:t>
                </a:r>
                <a:r>
                  <a:rPr lang="de-DE" sz="11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excess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1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whitespace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, </a:t>
                </a:r>
                <a:r>
                  <a:rPr lang="de-DE" sz="11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numbers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, </a:t>
                </a:r>
                <a:r>
                  <a:rPr lang="de-DE" sz="11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certain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1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punctuation</a:t>
                </a:r>
                <a:endParaRPr lang="de-DE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2564C555-5F1C-AD5F-0D5B-FABD68C3FAB4}"/>
                </a:ext>
              </a:extLst>
            </p:cNvPr>
            <p:cNvGrpSpPr/>
            <p:nvPr/>
          </p:nvGrpSpPr>
          <p:grpSpPr>
            <a:xfrm>
              <a:off x="768485" y="862194"/>
              <a:ext cx="6270482" cy="724712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01D3C332-B4A8-A9DC-D59A-DAB3C76625B3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IV.</a:t>
                </a:r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CBC51A37-6067-17B1-E0C2-456682CA073F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Make all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characters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lower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case</a:t>
                </a:r>
                <a:endParaRPr lang="de-DE" sz="14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Amazon </a:t>
                </a:r>
                <a:r>
                  <a:rPr lang="de-DE" sz="1100" dirty="0">
                    <a:solidFill>
                      <a:schemeClr val="tx1"/>
                    </a:solidFill>
                  </a:rPr>
                  <a:t>→ 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amazon</a:t>
                </a:r>
                <a:endParaRPr lang="de-DE" sz="1100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800A6A39-B350-CE29-3706-5A3E2B7D8A74}"/>
                </a:ext>
              </a:extLst>
            </p:cNvPr>
            <p:cNvGrpSpPr/>
            <p:nvPr/>
          </p:nvGrpSpPr>
          <p:grpSpPr>
            <a:xfrm>
              <a:off x="768485" y="1737662"/>
              <a:ext cx="6270482" cy="724711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24" name="Rechteck 23">
                <a:extLst>
                  <a:ext uri="{FF2B5EF4-FFF2-40B4-BE49-F238E27FC236}">
                    <a16:creationId xmlns:a16="http://schemas.microsoft.com/office/drawing/2014/main" id="{ABDE24D2-788C-CAE9-8EFC-D1AE594A1BEA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V.</a:t>
                </a: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7402E143-B915-19E6-01A2-9EAAA33AA659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Separate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contractions</a:t>
                </a:r>
                <a:endParaRPr lang="de-DE" sz="14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</a:t>
                </a:r>
                <a:r>
                  <a:rPr lang="de-DE" sz="11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isn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'</a:t>
                </a:r>
                <a:r>
                  <a:rPr lang="de-DE" sz="11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t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100" dirty="0">
                    <a:solidFill>
                      <a:schemeClr val="tx1"/>
                    </a:solidFill>
                  </a:rPr>
                  <a:t>→ 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is</a:t>
                </a:r>
                <a:r>
                  <a:rPr lang="de-DE" sz="1100" dirty="0">
                    <a:solidFill>
                      <a:schemeClr val="tx1"/>
                    </a:solidFill>
                  </a:rPr>
                  <a:t> not</a:t>
                </a:r>
                <a:endParaRPr lang="de-DE" sz="1100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75046D68-9368-831C-3CFA-91B9AFF83B7C}"/>
                </a:ext>
              </a:extLst>
            </p:cNvPr>
            <p:cNvGrpSpPr/>
            <p:nvPr/>
          </p:nvGrpSpPr>
          <p:grpSpPr>
            <a:xfrm>
              <a:off x="770163" y="3483845"/>
              <a:ext cx="6268804" cy="593388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A4D07A7F-F200-E0E6-4955-1CA25982FF63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VII.</a:t>
                </a:r>
              </a:p>
            </p:txBody>
          </p:sp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40902F85-140F-3A20-8F85-87ABA871F9DC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Correct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spelling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of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words</a:t>
                </a:r>
                <a:endParaRPr lang="de-DE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AA42005B-3E70-3486-003D-7820522407E6}"/>
                </a:ext>
              </a:extLst>
            </p:cNvPr>
            <p:cNvGrpSpPr/>
            <p:nvPr/>
          </p:nvGrpSpPr>
          <p:grpSpPr>
            <a:xfrm>
              <a:off x="768485" y="4224343"/>
              <a:ext cx="6270482" cy="724715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1D404F27-8D1E-51B8-2BC2-0C9266A7C488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VIII.</a:t>
                </a:r>
              </a:p>
            </p:txBody>
          </p:sp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6A1DA535-A1A5-CFB1-3D5B-ADF4A9F521C5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Remove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stopwords</a:t>
                </a:r>
                <a:endParaRPr lang="de-DE" sz="14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[</a:t>
                </a:r>
                <a:r>
                  <a:rPr lang="de-DE" sz="1100" dirty="0">
                    <a:solidFill>
                      <a:schemeClr val="tx1"/>
                    </a:solidFill>
                  </a:rPr>
                  <a:t>'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wine</a:t>
                </a:r>
                <a:r>
                  <a:rPr lang="de-DE" sz="1100" dirty="0">
                    <a:solidFill>
                      <a:schemeClr val="tx1"/>
                    </a:solidFill>
                  </a:rPr>
                  <a:t>', 'and', '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chocolate</a:t>
                </a:r>
                <a:r>
                  <a:rPr lang="de-DE" sz="1100" dirty="0">
                    <a:solidFill>
                      <a:schemeClr val="tx1"/>
                    </a:solidFill>
                  </a:rPr>
                  <a:t>‘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 </a:t>
                </a:r>
                <a:r>
                  <a:rPr lang="de-DE" sz="1100" dirty="0">
                    <a:solidFill>
                      <a:schemeClr val="tx1"/>
                    </a:solidFill>
                  </a:rPr>
                  <a:t>→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[</a:t>
                </a:r>
                <a:r>
                  <a:rPr lang="de-DE" sz="1100" dirty="0">
                    <a:solidFill>
                      <a:schemeClr val="tx1"/>
                    </a:solidFill>
                  </a:rPr>
                  <a:t>'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wine</a:t>
                </a:r>
                <a:r>
                  <a:rPr lang="de-DE" sz="1100" dirty="0">
                    <a:solidFill>
                      <a:schemeClr val="tx1"/>
                    </a:solidFill>
                  </a:rPr>
                  <a:t>', '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chocolate</a:t>
                </a:r>
                <a:r>
                  <a:rPr lang="de-DE" sz="1100" dirty="0">
                    <a:solidFill>
                      <a:schemeClr val="tx1"/>
                    </a:solidFill>
                  </a:rPr>
                  <a:t>'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</a:t>
                </a:r>
                <a:endParaRPr lang="de-DE" sz="1400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7EBABE3A-EFEC-D751-DFC8-F1DBEB064293}"/>
                </a:ext>
              </a:extLst>
            </p:cNvPr>
            <p:cNvGrpSpPr/>
            <p:nvPr/>
          </p:nvGrpSpPr>
          <p:grpSpPr>
            <a:xfrm>
              <a:off x="768485" y="5096166"/>
              <a:ext cx="6270482" cy="724711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D0AF9F64-F62B-2036-CDB0-A38BDE2908AA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IX.</a:t>
                </a:r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4E26F630-F99F-3634-9967-9CBB079BC2EF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Word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stemming</a:t>
                </a:r>
                <a:endParaRPr lang="de-DE" sz="14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</a:t>
                </a:r>
                <a:r>
                  <a:rPr lang="de-DE" sz="11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deliveries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100" dirty="0">
                    <a:solidFill>
                      <a:schemeClr val="tx1"/>
                    </a:solidFill>
                  </a:rPr>
                  <a:t>→ 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deliveri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endParaRPr lang="de-DE" sz="1100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8FB7ABAA-F540-B42E-1FCA-36FC298F88F2}"/>
                </a:ext>
              </a:extLst>
            </p:cNvPr>
            <p:cNvGrpSpPr/>
            <p:nvPr/>
          </p:nvGrpSpPr>
          <p:grpSpPr>
            <a:xfrm>
              <a:off x="768485" y="5967984"/>
              <a:ext cx="6270482" cy="724713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46B10557-2173-68DC-9FDE-F272AD2A2BC5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X.</a:t>
                </a:r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901060F7-9C03-4EB4-2724-2BCE9076EC34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Join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word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stems</a:t>
                </a:r>
                <a:endParaRPr lang="de-DE" sz="14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[</a:t>
                </a:r>
                <a:r>
                  <a:rPr lang="de-DE" sz="1100" dirty="0">
                    <a:solidFill>
                      <a:schemeClr val="tx1"/>
                    </a:solidFill>
                  </a:rPr>
                  <a:t>'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deliveri</a:t>
                </a:r>
                <a:r>
                  <a:rPr lang="de-DE" sz="1100" dirty="0">
                    <a:solidFill>
                      <a:schemeClr val="tx1"/>
                    </a:solidFill>
                  </a:rPr>
                  <a:t>', 'date', 'miss‘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 </a:t>
                </a:r>
                <a:r>
                  <a:rPr lang="de-DE" sz="1100" dirty="0">
                    <a:solidFill>
                      <a:schemeClr val="tx1"/>
                    </a:solidFill>
                  </a:rPr>
                  <a:t>→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[</a:t>
                </a:r>
                <a:r>
                  <a:rPr lang="de-DE" sz="1100" dirty="0">
                    <a:solidFill>
                      <a:schemeClr val="tx1"/>
                    </a:solidFill>
                  </a:rPr>
                  <a:t>'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deliveri</a:t>
                </a:r>
                <a:r>
                  <a:rPr lang="de-DE" sz="1100" dirty="0">
                    <a:solidFill>
                      <a:schemeClr val="tx1"/>
                    </a:solidFill>
                  </a:rPr>
                  <a:t> date miss'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 </a:t>
                </a:r>
                <a:endParaRPr lang="de-DE" sz="1100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4584F4BD-BB46-356D-2810-284F7A68586D}"/>
                </a:ext>
              </a:extLst>
            </p:cNvPr>
            <p:cNvGrpSpPr/>
            <p:nvPr/>
          </p:nvGrpSpPr>
          <p:grpSpPr>
            <a:xfrm>
              <a:off x="768485" y="2613127"/>
              <a:ext cx="6270482" cy="724709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53713B93-A06D-898C-74A2-500F7CFFFE0D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VI.</a:t>
                </a:r>
              </a:p>
            </p:txBody>
          </p:sp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26CE7229-6393-FE2B-5767-BFAA425190B9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Split into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words</a:t>
                </a:r>
                <a:endParaRPr lang="de-DE" sz="14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[</a:t>
                </a:r>
                <a:r>
                  <a:rPr lang="de-DE" sz="1100" dirty="0">
                    <a:solidFill>
                      <a:schemeClr val="tx1"/>
                    </a:solidFill>
                  </a:rPr>
                  <a:t>'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hello</a:t>
                </a:r>
                <a:r>
                  <a:rPr lang="de-DE" sz="1100" dirty="0">
                    <a:solidFill>
                      <a:schemeClr val="tx1"/>
                    </a:solidFill>
                  </a:rPr>
                  <a:t> there'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</a:t>
                </a:r>
                <a:r>
                  <a:rPr lang="de-DE" sz="1100" dirty="0">
                    <a:solidFill>
                      <a:schemeClr val="tx1"/>
                    </a:solidFill>
                  </a:rPr>
                  <a:t> →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[</a:t>
                </a:r>
                <a:r>
                  <a:rPr lang="de-DE" sz="1100" dirty="0">
                    <a:solidFill>
                      <a:schemeClr val="tx1"/>
                    </a:solidFill>
                  </a:rPr>
                  <a:t>'</a:t>
                </a:r>
                <a:r>
                  <a:rPr lang="de-DE" sz="1100" dirty="0" err="1">
                    <a:solidFill>
                      <a:schemeClr val="tx1"/>
                    </a:solidFill>
                  </a:rPr>
                  <a:t>hello</a:t>
                </a:r>
                <a:r>
                  <a:rPr lang="de-DE" sz="1100" dirty="0">
                    <a:solidFill>
                      <a:schemeClr val="tx1"/>
                    </a:solidFill>
                  </a:rPr>
                  <a:t>', 'there'</a:t>
                </a:r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</a:t>
                </a:r>
                <a:endParaRPr lang="de-DE" sz="1400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AB51A291-0162-39D6-70F3-6A6244EE4F8A}"/>
                </a:ext>
              </a:extLst>
            </p:cNvPr>
            <p:cNvGrpSpPr/>
            <p:nvPr/>
          </p:nvGrpSpPr>
          <p:grpSpPr>
            <a:xfrm>
              <a:off x="768485" y="6839803"/>
              <a:ext cx="6270482" cy="724714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B140C15A-D529-5CB2-FDA7-26A540683669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XI.</a:t>
                </a:r>
              </a:p>
            </p:txBody>
          </p:sp>
          <p:sp>
            <p:nvSpPr>
              <p:cNvPr id="43" name="Rechteck 42">
                <a:extLst>
                  <a:ext uri="{FF2B5EF4-FFF2-40B4-BE49-F238E27FC236}">
                    <a16:creationId xmlns:a16="http://schemas.microsoft.com/office/drawing/2014/main" id="{C9209F77-0A29-377A-C9E6-A5FC3EFB3E9A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Create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star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rating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classes</a:t>
                </a:r>
                <a:endParaRPr lang="de-DE" sz="14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1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2 </a:t>
                </a:r>
                <a:r>
                  <a:rPr lang="de-DE" sz="1100" dirty="0">
                    <a:solidFill>
                      <a:schemeClr val="tx1"/>
                    </a:solidFill>
                  </a:rPr>
                  <a:t>→ 'Bad'; 3 → 'Bad'; 5 → 'Good'</a:t>
                </a:r>
                <a:endParaRPr lang="de-DE" sz="11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6A6B7693-2E4D-6EC7-B1D9-7E2EB02D42EA}"/>
                </a:ext>
              </a:extLst>
            </p:cNvPr>
            <p:cNvGrpSpPr/>
            <p:nvPr/>
          </p:nvGrpSpPr>
          <p:grpSpPr>
            <a:xfrm>
              <a:off x="768485" y="7711622"/>
              <a:ext cx="6270482" cy="724713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45" name="Rechteck 44">
                <a:extLst>
                  <a:ext uri="{FF2B5EF4-FFF2-40B4-BE49-F238E27FC236}">
                    <a16:creationId xmlns:a16="http://schemas.microsoft.com/office/drawing/2014/main" id="{9B1CF161-ED30-396E-EB9E-45E277D5ED62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XII.</a:t>
                </a:r>
              </a:p>
            </p:txBody>
          </p:sp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E7C78F1C-4592-BEF2-DCB0-EDDB1934A29D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Create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dataset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with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rating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classes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and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word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stem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strings</a:t>
                </a:r>
                <a:endParaRPr lang="de-DE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1621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PresentationFormat>Breitbild</PresentationFormat>
  <Paragraphs>33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Schulz</dc:creator>
  <cp:lastModifiedBy>Dominik Schulz</cp:lastModifiedBy>
  <cp:revision>8</cp:revision>
  <dcterms:created xsi:type="dcterms:W3CDTF">2026-10-23T13:12:08Z</dcterms:created>
  <dcterms:modified xsi:type="dcterms:W3CDTF">2026-10-26T15:00:40Z</dcterms:modified>
</cp:coreProperties>
</file>