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ECE4C-84BD-ED2D-24C8-5EAA1AB71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4ABFA4-1F87-52BD-D4F2-9BD9B4629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4A419-B30F-5582-A537-20D335F0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FC05A-A6FC-C162-1235-5F5CA7A6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26594-C235-70A6-B384-732957F0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7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80FE3F-4C6F-5B3C-E667-84757881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D2BF22-DE73-06FF-0682-D92E1589C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355791-3DF3-75CA-6EF5-4F1640E9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F5AD1E-A780-C89D-072A-A8F401CD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0D97D7-22F2-4F26-D93E-40D2B1CA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15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651FB-A065-165D-5E0B-D36F671F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4848AD-8260-21DE-D750-F45737C25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1DCD32-4B19-FB74-8534-E50A9170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376625-331E-D0F1-7C0F-72A84721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B8E566-C7CC-246C-66D1-9AF1F8D2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04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E10D3-FE20-38F1-D851-D9B7F888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C732D8-5CB1-98EB-6045-597B5691F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AD63BE-2B1D-31C0-6CD0-22CB0298F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52494-FF66-1460-84D5-AF265F8A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E4C86D-3302-F0FE-80DC-A95207A4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45995B-57C5-2AC7-1CF1-1EC469DB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8073B-B5E5-E637-7CDF-8A289662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C1A09-6D11-BD65-593F-78B6A70C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A7AC92-C4DF-87D0-B9D5-5D1F9B46E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08AB22-232D-B200-936B-3DA5F0EDF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E6CA92-F4E7-AD0D-BDB9-81035016F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8F7C0D-46AD-E879-1344-CC3C73D4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1B5575-E445-16D5-7477-595852E7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1E3DC84-9B25-D045-24D8-200EC679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04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1430A-A120-FAA6-C129-6A88F3E2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B720A7-1587-EB4D-E90A-07775008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ADC45F-6FF9-B439-0574-83689225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D7A30-4E90-8A11-E8E9-AB0C31D8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39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C55EA4-E140-9802-BBEA-B550ECCD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EDD841-D0AB-B3DD-85DA-7BFC0DB6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A8F01D-8939-7D69-EE9E-0471DB22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90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EFE74-CBD5-2802-A283-8AB2436D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FF4F24-EAF2-21F5-7A40-B3CADB81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D8D3FE-207F-3CE7-19EF-FD1534F6E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1A835B-F0D6-E8A0-39AC-5C36CB2D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FC5694-473F-33FB-EF93-AC8897CD2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704589-B90C-DD86-0056-0DFAA294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792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95F51-45FE-9D0A-2810-6E86818A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7E5ACD8-8FBF-CBF4-8B53-B49CADB2E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C5648-FE07-AF11-A414-562F2E199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49E9C9-D070-21AD-B8C9-F7751269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DFA203-1EC5-1179-8A12-B8BDD0CC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B6FFF0-557B-08DF-EA9B-BAE6239A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230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57E35-873F-36EB-4CA5-DB66D50C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CB6ED1-D55B-B375-5084-3B619587D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4428D5-5545-BA04-A77D-BB567FA0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F130FE-4B73-F2E2-AE67-CE4020A5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E207EE-7D61-2C19-C667-A2DB8AEB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8CC8D2-66D7-4AFA-D303-D607509C6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A4C1D0-6208-A4A4-B3FE-78E0B3C5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EECBA3-25D9-FA0C-D50B-678E9659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D25150-11FB-C770-27DE-ACFC38AB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F55BEA-3D23-5966-4077-11D0B5E6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23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2BE428-DC24-D7B8-840B-15D1382C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606A83-4FE9-962A-1E3F-4A43C8406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B7DE10-F05F-A9F0-23A7-6D91E63F5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67C61-B40F-4164-B4A6-0BBC753DBCA2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621C97-54F6-06F1-7363-A507C2187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BB68DE-8BE1-DBF8-C4A6-EC7B41995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23CC8-6B08-4A21-B9DD-AB49E6E27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47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7F883F60-CD3B-187F-07FA-2E17ACD400A4}"/>
              </a:ext>
            </a:extLst>
          </p:cNvPr>
          <p:cNvGrpSpPr/>
          <p:nvPr/>
        </p:nvGrpSpPr>
        <p:grpSpPr>
          <a:xfrm>
            <a:off x="768485" y="291829"/>
            <a:ext cx="8073957" cy="5753912"/>
            <a:chOff x="768485" y="291829"/>
            <a:chExt cx="8073957" cy="5753912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96EDA58E-56B2-1118-D5A3-6D2F56AD5712}"/>
                </a:ext>
              </a:extLst>
            </p:cNvPr>
            <p:cNvGrpSpPr/>
            <p:nvPr/>
          </p:nvGrpSpPr>
          <p:grpSpPr>
            <a:xfrm>
              <a:off x="768485" y="291829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0E3A4644-5CF1-83AB-58CE-9382CD328B74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</a:t>
                </a: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2B715861-92AD-0DE0-C420-E2937EC51DE7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 </a:t>
                </a:r>
                <a:r>
                  <a:rPr lang="de-DE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</a:t>
                </a:r>
                <a:r>
                  <a:rPr lang="de-D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date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AB443615-50D3-C5D4-91AF-95E32B1D598D}"/>
                </a:ext>
              </a:extLst>
            </p:cNvPr>
            <p:cNvGrpSpPr/>
            <p:nvPr/>
          </p:nvGrpSpPr>
          <p:grpSpPr>
            <a:xfrm>
              <a:off x="768485" y="1108952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792120B-2B37-18AB-F873-0E57FDB76E32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II.</a:t>
                </a:r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0D738097-4110-A124-6E00-FA014695B9AA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Join review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titles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and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sentences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82E30044-A1AC-5E3D-7CAB-108046222AFD}"/>
                </a:ext>
              </a:extLst>
            </p:cNvPr>
            <p:cNvGrpSpPr/>
            <p:nvPr/>
          </p:nvGrpSpPr>
          <p:grpSpPr>
            <a:xfrm>
              <a:off x="768485" y="1896893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73A633AD-EBCB-F243-7BC8-D956B63D3CE8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III.</a:t>
                </a:r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10B00896-3005-0046-62A6-7D4C2FE4C606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Replace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emojis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by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special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keywords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530329BE-AB3D-524C-798D-ECE703CF21C9}"/>
                </a:ext>
              </a:extLst>
            </p:cNvPr>
            <p:cNvGrpSpPr/>
            <p:nvPr/>
          </p:nvGrpSpPr>
          <p:grpSpPr>
            <a:xfrm>
              <a:off x="768485" y="2684829"/>
              <a:ext cx="3803515" cy="1118681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48C7DA5D-9CC4-206B-DAC8-96B025ADCC30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IV.</a:t>
                </a: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290C24EF-E151-9DF2-0BC4-6673351E57B7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Drop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unimportant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characters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(e.g. </a:t>
                </a:r>
                <a:r>
                  <a:rPr lang="de-DE" sz="14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excess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sz="14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whitespace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de-DE" sz="14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numbers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</a:t>
                </a:r>
                <a:r>
                  <a:rPr lang="de-DE" sz="14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certain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sz="14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punctuation</a:t>
                </a:r>
                <a:r>
                  <a:rPr lang="de-DE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)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66E11A5-4416-0EA3-2835-09E949A07111}"/>
                </a:ext>
              </a:extLst>
            </p:cNvPr>
            <p:cNvGrpSpPr/>
            <p:nvPr/>
          </p:nvGrpSpPr>
          <p:grpSpPr>
            <a:xfrm>
              <a:off x="768485" y="3900789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02A52D3-0297-D4B3-67C1-420A6E65C255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</a:t>
                </a:r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B5A0DEFA-744F-B07B-0F9E-235070A07534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Make all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characters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lower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case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63E74390-B2B6-5703-38B3-09384F88C95B}"/>
                </a:ext>
              </a:extLst>
            </p:cNvPr>
            <p:cNvGrpSpPr/>
            <p:nvPr/>
          </p:nvGrpSpPr>
          <p:grpSpPr>
            <a:xfrm>
              <a:off x="768485" y="4688726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D7B94A6A-7EDF-F0F8-99BD-392A414A9D6C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VI.</a:t>
                </a: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934B6CF1-BE78-0137-8E96-D067299DEA20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Separate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contractions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F0AAD1B4-319D-FB30-1D48-638D3E597F52}"/>
                </a:ext>
              </a:extLst>
            </p:cNvPr>
            <p:cNvGrpSpPr/>
            <p:nvPr/>
          </p:nvGrpSpPr>
          <p:grpSpPr>
            <a:xfrm>
              <a:off x="5038927" y="4985419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E07838DC-6196-2A8D-4C31-8D3CEA024B3F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VIII.</a:t>
                </a:r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1DCF6390-E135-3F92-AD88-E9FD9CC468C5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Correct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spelling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E6E89043-99EE-64AD-2A70-43532F130F3F}"/>
                </a:ext>
              </a:extLst>
            </p:cNvPr>
            <p:cNvGrpSpPr/>
            <p:nvPr/>
          </p:nvGrpSpPr>
          <p:grpSpPr>
            <a:xfrm>
              <a:off x="5038927" y="4197482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505C1D5F-D40A-9BF4-B7E3-D4C624B4906A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IX.</a:t>
                </a:r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F19E3624-0884-FC7C-D947-0D5BE7D1EA68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Remove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stopwords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C52A3DE-06C4-7C32-FDB5-9FC6C494FABC}"/>
                </a:ext>
              </a:extLst>
            </p:cNvPr>
            <p:cNvGrpSpPr/>
            <p:nvPr/>
          </p:nvGrpSpPr>
          <p:grpSpPr>
            <a:xfrm>
              <a:off x="5038927" y="3429000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DD6F868B-6ADA-29B8-8470-8CE8FF514E82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X.</a:t>
                </a:r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F96A0ACA-8149-2174-5F87-E028303C16C6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Word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stemming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4528D204-C9E3-92A9-F85B-98A19062A454}"/>
                </a:ext>
              </a:extLst>
            </p:cNvPr>
            <p:cNvGrpSpPr/>
            <p:nvPr/>
          </p:nvGrpSpPr>
          <p:grpSpPr>
            <a:xfrm>
              <a:off x="5038927" y="2611867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A041F5A8-06C0-3058-3E19-DE71DC2A3E05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XI.</a:t>
                </a:r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C75F4A52-483F-6EB6-87BA-9B80E777B642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Join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word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stems</a:t>
                </a:r>
                <a:endParaRPr lang="de-DE" dirty="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57003109-4163-8262-F3BA-8ECBEC44C55F}"/>
                </a:ext>
              </a:extLst>
            </p:cNvPr>
            <p:cNvGrpSpPr/>
            <p:nvPr/>
          </p:nvGrpSpPr>
          <p:grpSpPr>
            <a:xfrm>
              <a:off x="768485" y="5452353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3F8DEE1A-09D8-5A27-8592-DF8A9C793900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VII.</a:t>
                </a:r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B273FBD6-AA4D-7583-A4E2-CE0826CDA3AC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Split into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words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F7C4933B-B977-A605-08C0-0AC4014DBE9C}"/>
                </a:ext>
              </a:extLst>
            </p:cNvPr>
            <p:cNvGrpSpPr/>
            <p:nvPr/>
          </p:nvGrpSpPr>
          <p:grpSpPr>
            <a:xfrm>
              <a:off x="5038927" y="1804472"/>
              <a:ext cx="3803515" cy="593388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381E07A-4C7A-8598-0F50-EE0F72841E47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XII.</a:t>
                </a:r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52A0325A-6F58-D739-C9CE-88892F092BFE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Create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star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rating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classes</a:t>
                </a:r>
                <a:r>
                  <a:rPr lang="de-D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DFF53F5D-D050-2740-A5CD-C06D0AD017B7}"/>
                </a:ext>
              </a:extLst>
            </p:cNvPr>
            <p:cNvGrpSpPr/>
            <p:nvPr/>
          </p:nvGrpSpPr>
          <p:grpSpPr>
            <a:xfrm>
              <a:off x="5038927" y="612843"/>
              <a:ext cx="3803515" cy="963044"/>
              <a:chOff x="768485" y="291829"/>
              <a:chExt cx="2227633" cy="593388"/>
            </a:xfr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B97CDB4-ACBC-248C-ECC5-C73A064829EB}"/>
                  </a:ext>
                </a:extLst>
              </p:cNvPr>
              <p:cNvSpPr/>
              <p:nvPr/>
            </p:nvSpPr>
            <p:spPr>
              <a:xfrm>
                <a:off x="768485" y="291830"/>
                <a:ext cx="515566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XIII.</a:t>
                </a:r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3227FD55-47FF-E4DE-5E99-E3F872834B71}"/>
                  </a:ext>
                </a:extLst>
              </p:cNvPr>
              <p:cNvSpPr/>
              <p:nvPr/>
            </p:nvSpPr>
            <p:spPr>
              <a:xfrm>
                <a:off x="1269459" y="291829"/>
                <a:ext cx="1726659" cy="5933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Create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dataset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with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rating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classes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and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word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stem</a:t>
                </a:r>
                <a:r>
                  <a:rPr lang="de-DE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strings</a:t>
                </a:r>
                <a:endParaRPr lang="de-D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6139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Breitbild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Schulz</dc:creator>
  <cp:lastModifiedBy>Dominik Schulz</cp:lastModifiedBy>
  <cp:revision>1</cp:revision>
  <dcterms:created xsi:type="dcterms:W3CDTF">2026-10-23T13:12:08Z</dcterms:created>
  <dcterms:modified xsi:type="dcterms:W3CDTF">2026-10-23T13:12:21Z</dcterms:modified>
</cp:coreProperties>
</file>